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RealityTech Advisory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Shaping the Future with Tech &amp; Purpose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Transformação Digital | Cibersegurança | Inovação Circular | Aceleração de Startups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A realidade africana exige soluções inovadoras: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Digitalização limitada nos setores produtivos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Vulnerabilidades cibernéticas crescentes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Desperdício de recursos e modelos lineares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Falta de apoio técnico a startups locais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Exclusão de mulheres e comunidades rurais da transformação digital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Nossa Solução Integrada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1. Transformação Digital – Diagnóstico, planejamento e implementação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2. Cibersegurança – Proteção de dados, formação e auditoria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3. Economia Circular – Uso consciente, reaproveitamento e circularidade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4. Aceleração de Startups – Mentoria e ligação ao mercado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Como Atuamos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- Diagnóstico: análise do contexto do cliente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Estratégia: plano e seleção de ferramentas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Execução: entrega técnica com suporte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Mentoria &amp; Avaliação: melhoria contínua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Oportunidade de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- Transformação digital: US$ 2 trilhões até 2026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Ciberataques: perdas de US$ 6 trilhões anuais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ESG: 80% das empresas já adotam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África: +60% dos jovens sem educação digital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Modelo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- Consultoria e formação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Soluções digitais sob medida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Mentoria para startups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Diagnóstico de maturidade digital/ambiental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Equipa &amp; Certificações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Matilde M. Rungo – CEO, especialista em ERP, transformação digital e cibersegurança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Nicole Mabunda – Gestora Financeira, projetos sociais e sustentabilidade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Parcerias: Cisco, MozDevz, Equal, Stop Hunger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Certificações: ISO 9001, ISO 14001 (via parceiros)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Por que a RealityTech?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- Modelo adaptado ao contexto africano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Liderança feminina experiente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Compromisso com impacto social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Abordagem digital-first e comunitária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Casos de Uso por Setor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- Finanças: proteção de dados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Agro: rastreabilidade e IoT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Indústria: reaproveitamento e eficiência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Educação: segurança digital e liderança jovem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Visão de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- Expansão CPLP até 2026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Hub regional de inovação circular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Plataforma digital de aceleração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- Formação de 1000 jovens em 3 anos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FB23E"/>
                </a:solidFill>
                <a:latin typeface="Montserrat"/>
              </a:rPr>
              <a:t>Contato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Lora"/>
              </a:rPr>
              <a:t>Vamos conversar sobre o futuro digital da sua organização?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📧 realitytech@realitytechadvisory.com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📞 +258 826 795 908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🔗 LinkedIn: /realitytechadvisory</a:t>
            </a:r>
          </a:p>
          <a:p>
            <a:r>
              <a:rPr sz="1800">
                <a:solidFill>
                  <a:srgbClr val="222222"/>
                </a:solidFill>
                <a:latin typeface="Lora"/>
              </a:rPr>
              <a:t>📸 Instagram: @realitytechadvisory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